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257" r:id="rId2"/>
    <p:sldId id="258" r:id="rId3"/>
    <p:sldId id="259" r:id="rId4"/>
    <p:sldId id="260" r:id="rId5"/>
    <p:sldId id="261" r:id="rId6"/>
    <p:sldId id="262" r:id="rId7"/>
    <p:sldId id="263" r:id="rId8"/>
    <p:sldId id="264" r:id="rId9"/>
    <p:sldId id="266"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F93915-8A11-4803-9378-9B4DCA431E7F}" v="1" dt="2025-12-10T20:17:16.3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87" d="100"/>
          <a:sy n="87" d="100"/>
        </p:scale>
        <p:origin x="64" y="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jal C (DA-LON14)" userId="7156f3e1-dd39-4ced-acb3-0226c0aa57a5" providerId="ADAL" clId="{6C2CA682-DC7E-48FE-9891-AB7E64A56C02}"/>
    <pc:docChg chg="addSld modSld">
      <pc:chgData name="Bijal C (DA-LON14)" userId="7156f3e1-dd39-4ced-acb3-0226c0aa57a5" providerId="ADAL" clId="{6C2CA682-DC7E-48FE-9891-AB7E64A56C02}" dt="2025-12-10T20:17:16.298" v="0"/>
      <pc:docMkLst>
        <pc:docMk/>
      </pc:docMkLst>
      <pc:sldChg chg="add">
        <pc:chgData name="Bijal C (DA-LON14)" userId="7156f3e1-dd39-4ced-acb3-0226c0aa57a5" providerId="ADAL" clId="{6C2CA682-DC7E-48FE-9891-AB7E64A56C02}" dt="2025-12-10T20:17:16.298" v="0"/>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9A8F90-CC07-488A-929E-84C4E95B8A43}" type="datetimeFigureOut">
              <a:rPr lang="en-GB" smtClean="0"/>
              <a:t>10/12/2025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3920D-D781-4AD6-81E9-1CC34E6F453A}" type="slidenum">
              <a:rPr lang="en-GB" smtClean="0"/>
              <a:t>‹#›</a:t>
            </a:fld>
            <a:endParaRPr lang="en-GB"/>
          </a:p>
        </p:txBody>
      </p:sp>
    </p:spTree>
    <p:extLst>
      <p:ext uri="{BB962C8B-B14F-4D97-AF65-F5344CB8AC3E}">
        <p14:creationId xmlns:p14="http://schemas.microsoft.com/office/powerpoint/2010/main" val="4009402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Total Sales</a:t>
            </a:r>
            <a:endParaRPr dirty="0"/>
          </a:p>
          <a:p>
            <a:r>
              <a:rPr b="0" dirty="0"/>
              <a:t>No alt text provided</a:t>
            </a:r>
            <a:endParaRPr dirty="0"/>
          </a:p>
          <a:p>
            <a:endParaRPr dirty="0"/>
          </a:p>
          <a:p>
            <a:r>
              <a:rPr b="1" dirty="0"/>
              <a:t>Total Orders</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Total Sellers</a:t>
            </a:r>
            <a:endParaRPr dirty="0"/>
          </a:p>
          <a:p>
            <a:r>
              <a:rPr b="0" dirty="0"/>
              <a:t>No alt text provided</a:t>
            </a:r>
            <a:endParaRPr dirty="0"/>
          </a:p>
          <a:p>
            <a:endParaRPr dirty="0"/>
          </a:p>
          <a:p>
            <a:r>
              <a:rPr b="1" dirty="0"/>
              <a:t>Total Citites</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shapeMap</a:t>
            </a:r>
            <a:endParaRPr dirty="0"/>
          </a:p>
          <a:p>
            <a:r>
              <a:rPr b="0" dirty="0"/>
              <a:t>No alt text provided</a:t>
            </a:r>
            <a:endParaRPr dirty="0"/>
          </a:p>
          <a:p>
            <a:endParaRPr dirty="0"/>
          </a:p>
          <a:p>
            <a:r>
              <a:rPr b="1" dirty="0"/>
              <a:t>TITLE</a:t>
            </a:r>
            <a:endParaRPr dirty="0"/>
          </a:p>
          <a:p>
            <a:r>
              <a:rPr b="0" dirty="0"/>
              <a:t>No alt text provided</a:t>
            </a:r>
            <a:endParaRPr dirty="0"/>
          </a:p>
          <a:p>
            <a:endParaRPr dirty="0"/>
          </a:p>
          <a:p>
            <a:r>
              <a:rPr b="1" dirty="0"/>
              <a:t>Overview</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Product</a:t>
            </a:r>
            <a:endParaRPr dirty="0"/>
          </a:p>
          <a:p>
            <a:r>
              <a:rPr b="0" dirty="0"/>
              <a:t>No alt text provided</a:t>
            </a:r>
            <a:endParaRPr dirty="0"/>
          </a:p>
          <a:p>
            <a:endParaRPr dirty="0"/>
          </a:p>
          <a:p>
            <a:r>
              <a:rPr b="1" dirty="0"/>
              <a:t>Delivery</a:t>
            </a:r>
            <a:endParaRPr dirty="0"/>
          </a:p>
          <a:p>
            <a:r>
              <a:rPr b="0" dirty="0"/>
              <a:t>No alt text provided</a:t>
            </a:r>
            <a:endParaRPr dirty="0"/>
          </a:p>
          <a:p>
            <a:endParaRPr dirty="0"/>
          </a:p>
          <a:p>
            <a:r>
              <a:rPr b="1" dirty="0"/>
              <a:t>Slicer1</a:t>
            </a:r>
            <a:endParaRPr dirty="0"/>
          </a:p>
          <a:p>
            <a:r>
              <a:rPr b="0" dirty="0"/>
              <a:t>No alt text provided</a:t>
            </a:r>
            <a:endParaRPr dirty="0"/>
          </a:p>
          <a:p>
            <a:endParaRPr dirty="0"/>
          </a:p>
          <a:p>
            <a:r>
              <a:rPr b="1" dirty="0"/>
              <a:t>Slicer2</a:t>
            </a:r>
            <a:endParaRPr dirty="0"/>
          </a:p>
          <a:p>
            <a:r>
              <a:rPr b="0" dirty="0"/>
              <a:t>No alt text provided</a:t>
            </a:r>
            <a:endParaRPr dirty="0"/>
          </a:p>
          <a:p>
            <a:endParaRPr dirty="0"/>
          </a:p>
          <a:p>
            <a:r>
              <a:rPr b="1" dirty="0"/>
              <a:t>Slicer3</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Profit</a:t>
            </a:r>
            <a:endParaRPr dirty="0"/>
          </a:p>
          <a:p>
            <a:r>
              <a:rPr b="0" dirty="0"/>
              <a:t>No alt text provided</a:t>
            </a:r>
            <a:endParaRPr dirty="0"/>
          </a:p>
          <a:p>
            <a:endParaRPr dirty="0"/>
          </a:p>
          <a:p>
            <a:r>
              <a:rPr b="1" dirty="0"/>
              <a:t>Avg. Order Value</a:t>
            </a:r>
            <a:endParaRPr dirty="0"/>
          </a:p>
          <a:p>
            <a:r>
              <a:rPr b="0" dirty="0"/>
              <a:t>No alt text provided</a:t>
            </a:r>
            <a:endParaRPr dirty="0"/>
          </a:p>
          <a:p>
            <a:endParaRPr dirty="0"/>
          </a:p>
          <a:p>
            <a:r>
              <a:rPr b="1" dirty="0"/>
              <a:t>Revenue Over Time</a:t>
            </a:r>
            <a:endParaRPr dirty="0"/>
          </a:p>
          <a:p>
            <a:r>
              <a:rPr b="0" dirty="0"/>
              <a:t>No alt text provided</a:t>
            </a:r>
            <a:endParaRPr dirty="0"/>
          </a:p>
          <a:p>
            <a:endParaRPr dirty="0"/>
          </a:p>
          <a:p>
            <a:r>
              <a:rPr b="1" dirty="0"/>
              <a:t>No. of Orders</a:t>
            </a:r>
            <a:endParaRPr dirty="0"/>
          </a:p>
          <a:p>
            <a:r>
              <a:rPr b="0" dirty="0"/>
              <a:t>No alt text provided</a:t>
            </a:r>
            <a:endParaRPr dirty="0"/>
          </a:p>
          <a:p>
            <a:endParaRPr dirty="0"/>
          </a:p>
          <a:p>
            <a:r>
              <a:rPr b="1" dirty="0"/>
              <a:t>Avg. Daily Sales</a:t>
            </a:r>
            <a:endParaRPr dirty="0"/>
          </a:p>
          <a:p>
            <a:r>
              <a:rPr b="0" dirty="0"/>
              <a:t>No alt text provided</a:t>
            </a:r>
            <a:endParaRPr dirty="0"/>
          </a:p>
          <a:p>
            <a:endParaRPr dirty="0"/>
          </a:p>
          <a:p>
            <a:r>
              <a:rPr b="1" dirty="0"/>
              <a:t>Annual Revenue and Growth Analysis</a:t>
            </a:r>
            <a:endParaRPr dirty="0"/>
          </a:p>
          <a:p>
            <a:r>
              <a:rPr b="0" dirty="0"/>
              <a:t>No alt text provided</a:t>
            </a:r>
            <a:endParaRPr dirty="0"/>
          </a:p>
          <a:p>
            <a:endParaRPr dirty="0"/>
          </a:p>
          <a:p>
            <a:r>
              <a:rPr b="1" dirty="0"/>
              <a:t>YoY % Growth</a:t>
            </a:r>
            <a:endParaRPr dirty="0"/>
          </a:p>
          <a:p>
            <a:r>
              <a:rPr b="0" dirty="0"/>
              <a:t>No alt text provided</a:t>
            </a:r>
            <a:endParaRPr dirty="0"/>
          </a:p>
          <a:p>
            <a:endParaRPr dirty="0"/>
          </a:p>
          <a:p>
            <a:r>
              <a:rPr b="1" dirty="0"/>
              <a:t>Sales Forecast</a:t>
            </a:r>
            <a:endParaRPr dirty="0"/>
          </a:p>
          <a:p>
            <a:r>
              <a:rPr b="0" dirty="0"/>
              <a:t>No alt text provided</a:t>
            </a:r>
            <a:endParaRPr dirty="0"/>
          </a:p>
          <a:p>
            <a:endParaRPr dirty="0"/>
          </a:p>
          <a:p>
            <a:r>
              <a:rPr b="1" dirty="0"/>
              <a:t>Revenue Variations and Outlier Impact by Year</a:t>
            </a:r>
            <a:endParaRPr dirty="0"/>
          </a:p>
          <a:p>
            <a:r>
              <a:rPr b="0" dirty="0"/>
              <a:t>No alt text provided</a:t>
            </a:r>
            <a:endParaRPr dirty="0"/>
          </a:p>
          <a:p>
            <a:endParaRPr dirty="0"/>
          </a:p>
          <a:p>
            <a:r>
              <a:rPr b="1" dirty="0"/>
              <a:t>Payment Type</a:t>
            </a:r>
            <a:endParaRPr dirty="0"/>
          </a:p>
          <a:p>
            <a:r>
              <a:rPr b="0" dirty="0"/>
              <a:t>No alt text provided</a:t>
            </a:r>
            <a:endParaRPr dirty="0"/>
          </a:p>
          <a:p>
            <a:endParaRPr dirty="0"/>
          </a:p>
          <a:p>
            <a:r>
              <a:rPr b="1" dirty="0"/>
              <a:t>Insight card</a:t>
            </a:r>
            <a:endParaRPr dirty="0"/>
          </a:p>
          <a:p>
            <a:r>
              <a:rPr b="0" dirty="0"/>
              <a:t>No alt text provided</a:t>
            </a:r>
            <a:endParaRPr dirty="0"/>
          </a:p>
          <a:p>
            <a:endParaRPr dirty="0"/>
          </a:p>
          <a:p>
            <a:r>
              <a:rPr b="1" dirty="0"/>
              <a:t>TITLE</a:t>
            </a:r>
            <a:endParaRPr dirty="0"/>
          </a:p>
          <a:p>
            <a:r>
              <a:rPr b="0" dirty="0"/>
              <a:t>No alt text provided</a:t>
            </a:r>
            <a:endParaRPr dirty="0"/>
          </a:p>
          <a:p>
            <a:endParaRPr dirty="0"/>
          </a:p>
          <a:p>
            <a:r>
              <a:rPr b="1" dirty="0"/>
              <a:t>Overview</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Product</a:t>
            </a:r>
            <a:endParaRPr dirty="0"/>
          </a:p>
          <a:p>
            <a:r>
              <a:rPr b="0" dirty="0"/>
              <a:t>No alt text provided</a:t>
            </a:r>
            <a:endParaRPr dirty="0"/>
          </a:p>
          <a:p>
            <a:endParaRPr dirty="0"/>
          </a:p>
          <a:p>
            <a:r>
              <a:rPr b="1" dirty="0"/>
              <a:t>Delivery</a:t>
            </a:r>
            <a:endParaRPr dirty="0"/>
          </a:p>
          <a:p>
            <a:r>
              <a:rPr b="0" dirty="0"/>
              <a:t>No alt text provided</a:t>
            </a:r>
            <a:endParaRPr dirty="0"/>
          </a:p>
          <a:p>
            <a:endParaRPr dirty="0"/>
          </a:p>
          <a:p>
            <a:r>
              <a:rPr b="1" dirty="0"/>
              <a:t>Slicer1</a:t>
            </a:r>
            <a:endParaRPr dirty="0"/>
          </a:p>
          <a:p>
            <a:r>
              <a:rPr b="0" dirty="0"/>
              <a:t>No alt text provided</a:t>
            </a:r>
            <a:endParaRPr dirty="0"/>
          </a:p>
          <a:p>
            <a:endParaRPr dirty="0"/>
          </a:p>
          <a:p>
            <a:r>
              <a:rPr b="1" dirty="0"/>
              <a:t>Slicer2</a:t>
            </a:r>
            <a:endParaRPr dirty="0"/>
          </a:p>
          <a:p>
            <a:r>
              <a:rPr b="0" dirty="0"/>
              <a:t>No alt text provided</a:t>
            </a:r>
            <a:endParaRPr dirty="0"/>
          </a:p>
          <a:p>
            <a:endParaRPr dirty="0"/>
          </a:p>
          <a:p>
            <a:r>
              <a:rPr b="1" dirty="0"/>
              <a:t>Slicer3</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Insight 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TITLE</a:t>
            </a:r>
            <a:endParaRPr dirty="0"/>
          </a:p>
          <a:p>
            <a:r>
              <a:rPr b="0" dirty="0"/>
              <a:t>No alt text provided</a:t>
            </a:r>
            <a:endParaRPr dirty="0"/>
          </a:p>
          <a:p>
            <a:endParaRPr dirty="0"/>
          </a:p>
          <a:p>
            <a:r>
              <a:rPr b="1" dirty="0"/>
              <a:t>Overview</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Slicer1</a:t>
            </a:r>
            <a:endParaRPr dirty="0"/>
          </a:p>
          <a:p>
            <a:r>
              <a:rPr b="0" dirty="0"/>
              <a:t>No alt text provided</a:t>
            </a:r>
            <a:endParaRPr dirty="0"/>
          </a:p>
          <a:p>
            <a:endParaRPr dirty="0"/>
          </a:p>
          <a:p>
            <a:r>
              <a:rPr b="1" dirty="0"/>
              <a:t>Slicer2</a:t>
            </a:r>
            <a:endParaRPr dirty="0"/>
          </a:p>
          <a:p>
            <a:r>
              <a:rPr b="0" dirty="0"/>
              <a:t>No alt text provided</a:t>
            </a:r>
            <a:endParaRPr dirty="0"/>
          </a:p>
          <a:p>
            <a:endParaRPr dirty="0"/>
          </a:p>
          <a:p>
            <a:r>
              <a:rPr b="1" dirty="0"/>
              <a:t>Slicer3</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Top 5 Product Categories by Revenue</a:t>
            </a:r>
            <a:endParaRPr dirty="0"/>
          </a:p>
          <a:p>
            <a:r>
              <a:rPr b="0" dirty="0"/>
              <a:t>No alt text provided</a:t>
            </a:r>
            <a:endParaRPr dirty="0"/>
          </a:p>
          <a:p>
            <a:endParaRPr dirty="0"/>
          </a:p>
          <a:p>
            <a:r>
              <a:rPr b="1" dirty="0"/>
              <a:t>Top 5 Product Categories by Order</a:t>
            </a:r>
            <a:endParaRPr dirty="0"/>
          </a:p>
          <a:p>
            <a:r>
              <a:rPr b="0" dirty="0"/>
              <a:t>No alt text provided</a:t>
            </a:r>
            <a:endParaRPr dirty="0"/>
          </a:p>
          <a:p>
            <a:endParaRPr dirty="0"/>
          </a:p>
          <a:p>
            <a:r>
              <a:rPr b="1" dirty="0"/>
              <a:t>Product Categories with Lowest Review Score</a:t>
            </a:r>
            <a:endParaRPr dirty="0"/>
          </a:p>
          <a:p>
            <a:r>
              <a:rPr b="0" dirty="0"/>
              <a:t>No alt text provided</a:t>
            </a:r>
            <a:endParaRPr dirty="0"/>
          </a:p>
          <a:p>
            <a:endParaRPr dirty="0"/>
          </a:p>
          <a:p>
            <a:r>
              <a:rPr b="1" dirty="0"/>
              <a:t>Top 5 Product Categories by Revenue</a:t>
            </a:r>
            <a:endParaRPr dirty="0"/>
          </a:p>
          <a:p>
            <a:r>
              <a:rPr b="0" dirty="0"/>
              <a:t>No alt text provided</a:t>
            </a:r>
            <a:endParaRPr dirty="0"/>
          </a:p>
          <a:p>
            <a:endParaRPr dirty="0"/>
          </a:p>
          <a:p>
            <a:r>
              <a:rPr b="1" dirty="0"/>
              <a:t>Total Category</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Average Review Score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Large  Products vs Freight Charges</a:t>
            </a:r>
            <a:endParaRPr dirty="0"/>
          </a:p>
          <a:p>
            <a:r>
              <a:rPr b="0" dirty="0"/>
              <a:t>No alt text provided</a:t>
            </a:r>
            <a:endParaRPr dirty="0"/>
          </a:p>
          <a:p>
            <a:endParaRPr dirty="0"/>
          </a:p>
          <a:p>
            <a:r>
              <a:rPr b="1" dirty="0"/>
              <a:t>Heavy  Products vs Freight Charges</a:t>
            </a:r>
            <a:endParaRPr dirty="0"/>
          </a:p>
          <a:p>
            <a:r>
              <a:rPr b="0" dirty="0"/>
              <a:t>No alt text provided</a:t>
            </a:r>
            <a:endParaRPr dirty="0"/>
          </a:p>
          <a:p>
            <a:endParaRPr dirty="0"/>
          </a:p>
          <a:p>
            <a:r>
              <a:rPr b="1" dirty="0"/>
              <a:t>Heavy Products vs Delivery Delays</a:t>
            </a:r>
            <a:endParaRPr dirty="0"/>
          </a:p>
          <a:p>
            <a:r>
              <a:rPr b="0" dirty="0"/>
              <a:t>No alt text provided</a:t>
            </a:r>
            <a:endParaRPr dirty="0"/>
          </a:p>
          <a:p>
            <a:endParaRPr dirty="0"/>
          </a:p>
          <a:p>
            <a:r>
              <a:rPr b="1" dirty="0"/>
              <a:t>Large Products vs Delivery Delays</a:t>
            </a:r>
            <a:endParaRPr dirty="0"/>
          </a:p>
          <a:p>
            <a:r>
              <a:rPr b="0" dirty="0"/>
              <a:t>No alt text provided</a:t>
            </a:r>
            <a:endParaRPr dirty="0"/>
          </a:p>
          <a:p>
            <a:endParaRPr dirty="0"/>
          </a:p>
          <a:p>
            <a:r>
              <a:rPr b="1" dirty="0"/>
              <a:t>Insight 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Total Freight Cost</a:t>
            </a:r>
            <a:endParaRPr dirty="0"/>
          </a:p>
          <a:p>
            <a:r>
              <a:rPr b="0" dirty="0"/>
              <a:t>No alt text provided</a:t>
            </a:r>
            <a:endParaRPr dirty="0"/>
          </a:p>
          <a:p>
            <a:endParaRPr dirty="0"/>
          </a:p>
          <a:p>
            <a:r>
              <a:rPr b="1" dirty="0"/>
              <a:t>Average Freight Per Product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TITLE</a:t>
            </a:r>
            <a:endParaRPr dirty="0"/>
          </a:p>
          <a:p>
            <a:r>
              <a:rPr b="0" dirty="0"/>
              <a:t>No alt text provided</a:t>
            </a:r>
            <a:endParaRPr dirty="0"/>
          </a:p>
          <a:p>
            <a:endParaRPr dirty="0"/>
          </a:p>
          <a:p>
            <a:r>
              <a:rPr b="1" dirty="0"/>
              <a:t>Overview</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Slicer1</a:t>
            </a:r>
            <a:endParaRPr dirty="0"/>
          </a:p>
          <a:p>
            <a:r>
              <a:rPr b="0" dirty="0"/>
              <a:t>No alt text provided</a:t>
            </a:r>
            <a:endParaRPr dirty="0"/>
          </a:p>
          <a:p>
            <a:endParaRPr dirty="0"/>
          </a:p>
          <a:p>
            <a:r>
              <a:rPr b="1" dirty="0"/>
              <a:t>Slicer2</a:t>
            </a:r>
            <a:endParaRPr dirty="0"/>
          </a:p>
          <a:p>
            <a:r>
              <a:rPr b="0" dirty="0"/>
              <a:t>No alt text provided</a:t>
            </a:r>
            <a:endParaRPr dirty="0"/>
          </a:p>
          <a:p>
            <a:endParaRPr dirty="0"/>
          </a:p>
          <a:p>
            <a:r>
              <a:rPr b="1" dirty="0"/>
              <a:t>Slicer3</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Insight card</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TITLE</a:t>
            </a:r>
            <a:endParaRPr dirty="0"/>
          </a:p>
          <a:p>
            <a:r>
              <a:rPr b="0" dirty="0"/>
              <a:t>No alt text provided</a:t>
            </a:r>
            <a:endParaRPr dirty="0"/>
          </a:p>
          <a:p>
            <a:endParaRPr dirty="0"/>
          </a:p>
          <a:p>
            <a:r>
              <a:rPr b="1" dirty="0"/>
              <a:t>Overview</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Slicer1</a:t>
            </a:r>
            <a:endParaRPr dirty="0"/>
          </a:p>
          <a:p>
            <a:r>
              <a:rPr b="0" dirty="0"/>
              <a:t>No alt text provided</a:t>
            </a:r>
            <a:endParaRPr dirty="0"/>
          </a:p>
          <a:p>
            <a:endParaRPr dirty="0"/>
          </a:p>
          <a:p>
            <a:r>
              <a:rPr b="1" dirty="0"/>
              <a:t>Slicer2</a:t>
            </a:r>
            <a:endParaRPr dirty="0"/>
          </a:p>
          <a:p>
            <a:r>
              <a:rPr b="0" dirty="0"/>
              <a:t>No alt text provided</a:t>
            </a:r>
            <a:endParaRPr dirty="0"/>
          </a:p>
          <a:p>
            <a:endParaRPr dirty="0"/>
          </a:p>
          <a:p>
            <a:r>
              <a:rPr b="1" dirty="0"/>
              <a:t>Slicer3</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Lower Percentile </a:t>
            </a:r>
            <a:endParaRPr dirty="0"/>
          </a:p>
          <a:p>
            <a:r>
              <a:rPr b="0" dirty="0"/>
              <a:t>No alt text provided</a:t>
            </a:r>
            <a:endParaRPr dirty="0"/>
          </a:p>
          <a:p>
            <a:endParaRPr dirty="0"/>
          </a:p>
          <a:p>
            <a:r>
              <a:rPr b="1" dirty="0"/>
              <a:t>Upper Percentile</a:t>
            </a:r>
            <a:endParaRPr dirty="0"/>
          </a:p>
          <a:p>
            <a:r>
              <a:rPr b="0" dirty="0"/>
              <a:t>No alt text provided</a:t>
            </a:r>
            <a:endParaRPr dirty="0"/>
          </a:p>
          <a:p>
            <a:endParaRPr dirty="0"/>
          </a:p>
          <a:p>
            <a:r>
              <a:rPr b="1" dirty="0"/>
              <a:t>% of Delivery Time Category</a:t>
            </a:r>
            <a:endParaRPr dirty="0"/>
          </a:p>
          <a:p>
            <a:r>
              <a:rPr b="0" dirty="0"/>
              <a:t>No alt text provided</a:t>
            </a:r>
            <a:endParaRPr dirty="0"/>
          </a:p>
          <a:p>
            <a:endParaRPr dirty="0"/>
          </a:p>
          <a:p>
            <a:r>
              <a:rPr b="1" dirty="0"/>
              <a:t>lineStackedColumnComboChart</a:t>
            </a:r>
            <a:endParaRPr dirty="0"/>
          </a:p>
          <a:p>
            <a:r>
              <a:rPr b="0" dirty="0"/>
              <a:t>No alt text provided</a:t>
            </a:r>
            <a:endParaRPr dirty="0"/>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TITLE</a:t>
            </a:r>
            <a:endParaRPr dirty="0"/>
          </a:p>
          <a:p>
            <a:r>
              <a:rPr b="0" dirty="0"/>
              <a:t>No alt text provided</a:t>
            </a:r>
            <a:endParaRPr dirty="0"/>
          </a:p>
          <a:p>
            <a:endParaRPr dirty="0"/>
          </a:p>
          <a:p>
            <a:r>
              <a:rPr b="1" dirty="0"/>
              <a:t>Overview</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Slicer1</a:t>
            </a:r>
            <a:endParaRPr dirty="0"/>
          </a:p>
          <a:p>
            <a:r>
              <a:rPr b="0" dirty="0"/>
              <a:t>No alt text provided</a:t>
            </a:r>
            <a:endParaRPr dirty="0"/>
          </a:p>
          <a:p>
            <a:endParaRPr dirty="0"/>
          </a:p>
          <a:p>
            <a:r>
              <a:rPr b="1" dirty="0"/>
              <a:t>Slicer2</a:t>
            </a:r>
            <a:endParaRPr dirty="0"/>
          </a:p>
          <a:p>
            <a:r>
              <a:rPr b="0" dirty="0"/>
              <a:t>No alt text provided</a:t>
            </a:r>
            <a:endParaRPr dirty="0"/>
          </a:p>
          <a:p>
            <a:endParaRPr dirty="0"/>
          </a:p>
          <a:p>
            <a:r>
              <a:rPr b="1" dirty="0"/>
              <a:t>Slicer3</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Review Score and Delivery Time by State</a:t>
            </a:r>
            <a:endParaRPr dirty="0"/>
          </a:p>
          <a:p>
            <a:r>
              <a:rPr b="0" dirty="0"/>
              <a:t>No alt text provided</a:t>
            </a:r>
            <a:endParaRPr dirty="0"/>
          </a:p>
          <a:p>
            <a:endParaRPr dirty="0"/>
          </a:p>
          <a:p>
            <a:r>
              <a:rPr b="1" dirty="0"/>
              <a:t>Review Score and Delivery Time by Seller and Customer Location (State)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Insight card</a:t>
            </a:r>
            <a:endParaRPr dirty="0"/>
          </a:p>
          <a:p>
            <a:r>
              <a:rPr b="0" dirty="0"/>
              <a:t>No alt text provided</a:t>
            </a:r>
            <a:endParaRPr dirty="0"/>
          </a:p>
          <a:p>
            <a:endParaRPr dirty="0"/>
          </a:p>
          <a:p>
            <a:r>
              <a:rPr b="1" dirty="0"/>
              <a:t>Review Scores Button</a:t>
            </a:r>
            <a:endParaRPr dirty="0"/>
          </a:p>
          <a:p>
            <a:r>
              <a:rPr b="0" dirty="0"/>
              <a:t>No alt text provided</a:t>
            </a:r>
            <a:endParaRPr dirty="0"/>
          </a:p>
          <a:p>
            <a:endParaRPr dirty="0"/>
          </a:p>
          <a:p>
            <a:r>
              <a:rPr b="1" dirty="0"/>
              <a:t>Review State 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Average Satisfaction Score Trend</a:t>
            </a:r>
            <a:endParaRPr dirty="0"/>
          </a:p>
          <a:p>
            <a:r>
              <a:rPr b="0" dirty="0"/>
              <a:t>No alt text provided</a:t>
            </a:r>
            <a:endParaRPr dirty="0"/>
          </a:p>
          <a:p>
            <a:endParaRPr dirty="0"/>
          </a:p>
          <a:p>
            <a:r>
              <a:rPr b="1" dirty="0"/>
              <a:t>What Customer Say:  Sentiment &gt; Topic &gt; Keywords</a:t>
            </a:r>
            <a:endParaRPr dirty="0"/>
          </a:p>
          <a:p>
            <a:r>
              <a:rPr b="0" dirty="0"/>
              <a:t>No alt text provided</a:t>
            </a:r>
            <a:endParaRPr dirty="0"/>
          </a:p>
          <a:p>
            <a:endParaRPr dirty="0"/>
          </a:p>
          <a:p>
            <a:r>
              <a:rPr b="1" dirty="0"/>
              <a:t>High-Risk Customers Occupy  22.27% (almost 1/5)</a:t>
            </a:r>
            <a:endParaRPr dirty="0"/>
          </a:p>
          <a:p>
            <a:r>
              <a:rPr b="0" dirty="0"/>
              <a:t>No alt text provided</a:t>
            </a:r>
            <a:endParaRPr dirty="0"/>
          </a:p>
          <a:p>
            <a:endParaRPr dirty="0"/>
          </a:p>
          <a:p>
            <a:r>
              <a:rPr b="1" dirty="0"/>
              <a:t>High-Value Dissatisfaction Hotspots</a:t>
            </a:r>
            <a:endParaRPr dirty="0"/>
          </a:p>
          <a:p>
            <a:r>
              <a:rPr b="0" dirty="0"/>
              <a:t>No alt text provided</a:t>
            </a:r>
            <a:endParaRPr dirty="0"/>
          </a:p>
          <a:p>
            <a:endParaRPr dirty="0"/>
          </a:p>
          <a:p>
            <a:r>
              <a:rPr b="1" dirty="0"/>
              <a:t>Total Customer Feedback</a:t>
            </a:r>
            <a:endParaRPr dirty="0"/>
          </a:p>
          <a:p>
            <a:r>
              <a:rPr b="0" dirty="0"/>
              <a:t>No alt text provided</a:t>
            </a:r>
            <a:endParaRPr dirty="0"/>
          </a:p>
          <a:p>
            <a:endParaRPr dirty="0"/>
          </a:p>
          <a:p>
            <a:r>
              <a:rPr b="1" dirty="0"/>
              <a:t>Overall Satisfaction Index</a:t>
            </a:r>
            <a:endParaRPr dirty="0"/>
          </a:p>
          <a:p>
            <a:r>
              <a:rPr b="0" dirty="0"/>
              <a:t>No alt text provided</a:t>
            </a:r>
            <a:endParaRPr dirty="0"/>
          </a:p>
          <a:p>
            <a:endParaRPr dirty="0"/>
          </a:p>
          <a:p>
            <a:r>
              <a:rPr b="1" dirty="0"/>
              <a:t>% Revenue From Poor Feedback</a:t>
            </a:r>
            <a:endParaRPr dirty="0"/>
          </a:p>
          <a:p>
            <a:r>
              <a:rPr b="0" dirty="0"/>
              <a:t>No alt text provided</a:t>
            </a:r>
            <a:endParaRPr dirty="0"/>
          </a:p>
          <a:p>
            <a:endParaRPr dirty="0"/>
          </a:p>
          <a:p>
            <a:r>
              <a:rPr b="1" dirty="0"/>
              <a:t>Insight 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TITLE</a:t>
            </a:r>
            <a:endParaRPr dirty="0"/>
          </a:p>
          <a:p>
            <a:r>
              <a:rPr b="0" dirty="0"/>
              <a:t>No alt text provided</a:t>
            </a:r>
            <a:endParaRPr dirty="0"/>
          </a:p>
          <a:p>
            <a:endParaRPr dirty="0"/>
          </a:p>
          <a:p>
            <a:r>
              <a:rPr b="1" dirty="0"/>
              <a:t>Overview</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Product</a:t>
            </a:r>
            <a:endParaRPr dirty="0"/>
          </a:p>
          <a:p>
            <a:r>
              <a:rPr b="0" dirty="0"/>
              <a:t>No alt text provided</a:t>
            </a:r>
            <a:endParaRPr dirty="0"/>
          </a:p>
          <a:p>
            <a:endParaRPr dirty="0"/>
          </a:p>
          <a:p>
            <a:r>
              <a:rPr b="1" dirty="0"/>
              <a:t>Delivery</a:t>
            </a:r>
            <a:endParaRPr dirty="0"/>
          </a:p>
          <a:p>
            <a:r>
              <a:rPr b="0" dirty="0"/>
              <a:t>No alt text provided</a:t>
            </a:r>
            <a:endParaRPr dirty="0"/>
          </a:p>
          <a:p>
            <a:endParaRPr dirty="0"/>
          </a:p>
          <a:p>
            <a:r>
              <a:rPr b="1" dirty="0"/>
              <a:t>Slicer1</a:t>
            </a:r>
            <a:endParaRPr dirty="0"/>
          </a:p>
          <a:p>
            <a:r>
              <a:rPr b="0" dirty="0"/>
              <a:t>No alt text provided</a:t>
            </a:r>
            <a:endParaRPr dirty="0"/>
          </a:p>
          <a:p>
            <a:endParaRPr dirty="0"/>
          </a:p>
          <a:p>
            <a:r>
              <a:rPr b="1" dirty="0"/>
              <a:t>Slicer2</a:t>
            </a:r>
            <a:endParaRPr dirty="0"/>
          </a:p>
          <a:p>
            <a:r>
              <a:rPr b="0" dirty="0"/>
              <a:t>No alt text provided</a:t>
            </a:r>
            <a:endParaRPr dirty="0"/>
          </a:p>
          <a:p>
            <a:endParaRPr dirty="0"/>
          </a:p>
          <a:p>
            <a:r>
              <a:rPr b="1" dirty="0"/>
              <a:t>Slicer3</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TITLE</a:t>
            </a:r>
            <a:endParaRPr dirty="0"/>
          </a:p>
          <a:p>
            <a:r>
              <a:rPr b="0" dirty="0"/>
              <a:t>No alt text provided</a:t>
            </a:r>
            <a:endParaRPr dirty="0"/>
          </a:p>
          <a:p>
            <a:endParaRPr dirty="0"/>
          </a:p>
          <a:p>
            <a:r>
              <a:rPr b="1" dirty="0"/>
              <a:t>Slicer1</a:t>
            </a:r>
            <a:endParaRPr dirty="0"/>
          </a:p>
          <a:p>
            <a:r>
              <a:rPr b="0" dirty="0"/>
              <a:t>No alt text provided</a:t>
            </a:r>
            <a:endParaRPr dirty="0"/>
          </a:p>
          <a:p>
            <a:endParaRPr dirty="0"/>
          </a:p>
          <a:p>
            <a:r>
              <a:rPr b="1" dirty="0"/>
              <a:t>Slicer2</a:t>
            </a:r>
            <a:endParaRPr dirty="0"/>
          </a:p>
          <a:p>
            <a:r>
              <a:rPr b="0" dirty="0"/>
              <a:t>No alt text provided</a:t>
            </a:r>
            <a:endParaRPr dirty="0"/>
          </a:p>
          <a:p>
            <a:endParaRPr dirty="0"/>
          </a:p>
          <a:p>
            <a:r>
              <a:rPr b="1" dirty="0"/>
              <a:t>Slicer3</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Total Sales</a:t>
            </a:r>
            <a:endParaRPr dirty="0"/>
          </a:p>
          <a:p>
            <a:r>
              <a:rPr b="0" dirty="0"/>
              <a:t>No alt text provided</a:t>
            </a:r>
            <a:endParaRPr dirty="0"/>
          </a:p>
          <a:p>
            <a:endParaRPr dirty="0"/>
          </a:p>
          <a:p>
            <a:r>
              <a:rPr b="1" dirty="0"/>
              <a:t>Total Orders</a:t>
            </a:r>
            <a:endParaRPr dirty="0"/>
          </a:p>
          <a:p>
            <a:r>
              <a:rPr b="0" dirty="0"/>
              <a:t>No alt text provided</a:t>
            </a:r>
            <a:endParaRPr dirty="0"/>
          </a:p>
          <a:p>
            <a:endParaRPr dirty="0"/>
          </a:p>
          <a:p>
            <a:r>
              <a:rPr b="1" dirty="0"/>
              <a:t>Total Sellers</a:t>
            </a:r>
            <a:endParaRPr dirty="0"/>
          </a:p>
          <a:p>
            <a:r>
              <a:rPr b="0" dirty="0"/>
              <a:t>No alt text provided</a:t>
            </a:r>
            <a:endParaRPr dirty="0"/>
          </a:p>
          <a:p>
            <a:endParaRPr dirty="0"/>
          </a:p>
          <a:p>
            <a:r>
              <a:rPr b="1" dirty="0"/>
              <a:t>Total Sellers</a:t>
            </a:r>
            <a:endParaRPr dirty="0"/>
          </a:p>
          <a:p>
            <a:r>
              <a:rPr b="0" dirty="0"/>
              <a:t>No alt text provided</a:t>
            </a:r>
            <a:endParaRPr dirty="0"/>
          </a:p>
          <a:p>
            <a:endParaRPr dirty="0"/>
          </a:p>
          <a:p>
            <a:r>
              <a:rPr b="1" dirty="0"/>
              <a:t>Number of items bought per Product Category</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Top 5 Product Categories by Revenue</a:t>
            </a:r>
            <a:endParaRPr dirty="0"/>
          </a:p>
          <a:p>
            <a:r>
              <a:rPr b="0" dirty="0"/>
              <a:t>No alt text provided</a:t>
            </a:r>
            <a:endParaRPr dirty="0"/>
          </a:p>
          <a:p>
            <a:endParaRPr dirty="0"/>
          </a:p>
          <a:p>
            <a:r>
              <a:rPr b="1" dirty="0"/>
              <a:t>Payment type used in purchase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Delivery</a:t>
            </a:r>
            <a:endParaRPr dirty="0"/>
          </a:p>
          <a:p>
            <a:r>
              <a:rPr b="0" dirty="0"/>
              <a:t>No alt text provided</a:t>
            </a:r>
            <a:endParaRPr dirty="0"/>
          </a:p>
          <a:p>
            <a:endParaRPr dirty="0"/>
          </a:p>
          <a:p>
            <a:r>
              <a:rPr b="1" dirty="0"/>
              <a:t>Product</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Overview</a:t>
            </a:r>
            <a:endParaRPr dirty="0"/>
          </a:p>
          <a:p>
            <a:r>
              <a:rPr b="0" dirty="0"/>
              <a:t>No alt text provided</a:t>
            </a:r>
            <a:endParaRPr dirty="0"/>
          </a:p>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12/10/2025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app.powerbi.com/groups/me/reports/4cfb2035-c2eb-42bb-a5c5-5569ba6b9c44/?pbi_source=PowerPoint"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app.powerbi.com/groups/me/reports/27525b05-60b1-4120-a154-b582a03fb98a/?pbi_source=PowerPoint"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actionButt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Introduct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textbox ,textbox ,textbox ,slicer ,slicer ,slicer ,shape ,Total Sales ,Total Orders ,tableEx ,Total Sellers ,Total Citites ,clusteredColumnChart ,slicer ,shapeMap ,TITLE ,Overview ,Customer ,Sales ,Product ,Delivery ,Slicer1 ,Slicer2 ,Slicer3 ,Clear all filters ,shape ,actionButt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Profit ,Avg. Order Value ,Revenue Over Time ,No. of Orders ,Avg. Daily Sales ,Annual Revenue and Growth Analysis ,YoY % Growth ,Sales Forecast ,Revenue Variations and Outlier Impact by Year ,Payment Type ,Insight card ,TITLE ,Overview ,Customer ,Sales ,Product ,Delivery ,Slicer1 ,Slicer2 ,Slicer3 ,Clear all filters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Sales: Revenue Over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nsight card ,shape ,TITLE ,Overview ,Customer ,Sales ,Slicer1 ,Slicer2 ,Slicer3 ,Clear all filters ,shape ,Top 5 Product Categories by Revenue ,Top 5 Product Categories by Order ,Product Categories with Lowest Review Score ,Top 5 Product Categories by Revenue ,Total Category ,textbox ,textbox ,textbox ,slicer ,slicer ,slicer ,shape ,Average Review Scor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Product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Large  Products vs Freight Charges ,Heavy  Products vs Freight Charges ,Heavy Products vs Delivery Delays ,Large Products vs Delivery Delays ,Insight card ,shape ,Total Freight Cost ,Average Freight Per Product ,textbox ,textbox ,textbox ,slicer ,slicer ,slicer ,shape ,TITLE ,Overview ,Customer ,Sales ,Slicer1 ,Slicer2 ,Slicer3 ,Clear all filters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Product Dimensions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nsight card ,textbox ,textbox ,shape ,TITLE ,Overview ,Customer ,Sales ,Slicer1 ,Slicer2 ,Slicer3 ,Clear all filters ,shape ,textbox ,textbox ,textbox ,slicer ,slicer ,slicer ,shape ,Lower Percentile  ,Upper Percentile ,% of Delivery Time Category ,lineStackedColumnCombo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Delivery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TITLE ,Overview ,Customer ,Sales ,Slicer1 ,Slicer2 ,Slicer3 ,Clear all filters ,shape ,card ,textbox ,textbox ,cardVisual ,lineChart ,textbox ,textbox ,textbox ,slicer ,slicer ,slicer ,shape ,actionButton ,actionButton ,shape ,tableEx ,Review Score and Delivery Time by State ,Review Score and Delivery Time by Seller and Customer Location (State) ,tableEx ,textbox ,textbox ,Insight card ,Review Scores Button ,Review State Button ,shape ,textbox ,textbox ,textbox ,slicer ,slicer ,slicer ,shape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Delivery Reviews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verage Satisfaction Score Trend ,What Customer Say:  Sentiment &gt; Topic &gt; Keywords ,High-Risk Customers Occupy  22.27% (almost 1/5) ,High-Value Dissatisfaction Hotspots ,Total Customer Feedback ,Overall Satisfaction Index ,% Revenue From Poor Feedback ,Insight card ,shape ,textbox ,textbox ,textbox ,slicer ,slicer ,slicer ,shape ,TITLE ,Overview ,Customer ,Sales ,Product ,Delivery ,Slicer1 ,Slicer2 ,Slicer3 ,Clear all filters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Customer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ITLE ,Slicer1 ,Slicer2 ,Slicer3 ,Clear all filters ,shape ,Total Sales ,Total Orders ,Total Sellers ,Total Sellers ,Number of items bought per Product Category ,clusteredColumnChart ,Top 5 Product Categories by Revenue ,Payment type used in purchase ,shape ,textbox ,textbox ,textbox ,slicer ,slicer ,slicer ,shape ,Customer ,Delivery ,Product ,Sales ,Overview.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State Overview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textbox ,actionButt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Conclusion</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TotalTime>
  <Words>1315</Words>
  <Application>Microsoft Office PowerPoint</Application>
  <PresentationFormat>Widescreen</PresentationFormat>
  <Paragraphs>675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Calibri Light</vt:lpstr>
      <vt:lpstr>Custom Design</vt:lpstr>
      <vt:lpstr>Introduct</vt:lpstr>
      <vt:lpstr>Overview</vt:lpstr>
      <vt:lpstr>Sales: Revenue Over Time</vt:lpstr>
      <vt:lpstr>Product Overview</vt:lpstr>
      <vt:lpstr>Product Dimensions</vt:lpstr>
      <vt:lpstr>Delivery Time</vt:lpstr>
      <vt:lpstr>Delivery Reviews</vt:lpstr>
      <vt:lpstr>Customer</vt:lpstr>
      <vt:lpstr>State Overview</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Bijal C (DA-LON14)</cp:lastModifiedBy>
  <cp:revision>5</cp:revision>
  <dcterms:created xsi:type="dcterms:W3CDTF">2016-09-04T11:54:55Z</dcterms:created>
  <dcterms:modified xsi:type="dcterms:W3CDTF">2025-12-10T20:17:25Z</dcterms:modified>
</cp:coreProperties>
</file>